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B3A5C"/>
                </a:solidFill>
              </a:defRPr>
            </a:pPr>
            <a:r>
              <a:t>あんしんつうがくナビ ／ AIあんぜんせんせい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444444"/>
                </a:solidFill>
              </a:defRPr>
            </a:pPr>
            <a:r>
              <a:t>都知事杯オープンデータ・ハッカソン2026 提出資料</a:t>
            </a:r>
          </a:p>
          <a:p>
            <a:pPr>
              <a:defRPr sz="2000">
                <a:solidFill>
                  <a:srgbClr val="444444"/>
                </a:solidFill>
              </a:defRPr>
            </a:pPr>
            <a:r>
              <a:t>事故データとAIで、通学路のキケンを親子で見える化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1. タイトル・キャッチコピー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プロジェクト名: あんしんつうがくナビ ／ AIあんぜんせんせい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キャッチコピー案: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「事故データとAIで、通学路のキケンを親子で見える化」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「“なんとなく危ない”を、データで“ここが危ない理由”に変える」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表紙には地図+AI予測ヒートマップ+実際の事故地点を重ねたスクリーンショットを使う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2. 課題背景(社会課題の提示)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毎年、通学路での歩行者事故が後を絶たない。保護者や学校は「なんとなく」の 感覚でしか通学路の安全性を判断できていない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ハザードマップ的な静的な注意喚起はあるが、自宅〜学校の実際のルート単位で リスクを定量的に示すツールは少ない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警察庁の交通事故統計オープンデータは公開されているが、生データ(緯度経度・ コード化された属性)のままでは一般の保護者・子どもが読み解けない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さらに、事故が記録されている場所だけを見ても不十分: まだ事故が起きていない だけの「隠れた危険地帯」は事故統計だけでは見つけられない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→ オープンデータを「誰でも使える意思決定ツール」に翻訳し、かつ実データが 少ない場所の潜在リスクも補うことが本提案の核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3. 解決策の概要(提案内容)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自宅・学校の位置をマップ上でピン留めするだけで、通学路沿いの過去の事故を 自動集計・地図表示</a:t>
            </a:r>
          </a:p>
          <a:p>
            <a:pPr>
              <a:spcAft>
                <a:spcPts val="1000"/>
              </a:spcAft>
              <a:defRPr sz="1500">
                <a:solidFill>
                  <a:srgbClr val="444444"/>
                </a:solidFill>
              </a:defRPr>
            </a:pPr>
            <a:r>
              <a:t>• 地理院タイルの地図画像から「事故が起きやすい地形・道路パターン」をCNN (畳み込みニューラルネットワーク)がゼロから学習し、実データがまだ少ない 場所も含めて危険度を推定(件数のPoisson回帰、単なる◯✕分類ではない)</a:t>
            </a:r>
          </a:p>
          <a:p>
            <a:pPr>
              <a:spcAft>
                <a:spcPts val="1000"/>
              </a:spcAft>
              <a:defRPr sz="1500">
                <a:solidFill>
                  <a:srgbClr val="444444"/>
                </a:solidFill>
              </a:defRPr>
            </a:pPr>
            <a:r>
              <a:t>• Claude(LLM)が危険度モデル・事故データ・信号や横断歩道などの実地点情報を ツールとして呼び出し、保護者と子どもにも分かるやさしい言葉で 「どこが危ないか」「なぜ危ないか」「どう気をつければよいか」を対話形式で説明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実際の事故地点・AI予測ヒートマップ・危険な交差点や狭い道路の検出結果を 1枚の地図に重ねて可視化する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4. 活用するオープンデータ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警察庁 交通事故統計情報オープンデータ: 東京都内の歩行者事故、 2019年1月〜2024年12月(6年分)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国土地理院 地理院タイル(std/pale): 危険度モデルの学習用地図画像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国土数値情報(国土交通省): 行政区域(N03、都境界の判定)、鉄道駅(N02、 最寄り駅距離の算出)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PLATEAU(3D都市モデル、G空間情報センター): 23区内の交差点の見通し (視界)を実際の3D建物データから計算し、AIの説明の根拠として活用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道路種別・信号機・横断歩道等の位置情報を集計統計として活用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5. 主な機能・デモの流れ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マップを開く(東京都内、事故データがクラスタ表示された状態)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「🏡 おうちをきめる」→「🏫 がっこうをきめる」でピンを設置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ルートが自動描画され、ルート沿いの事故件数が即座に表示される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「🤖 あんしんせんせいにきいてみる」を押す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Claudeが危険度モデル・事故データ・地点情報の複数ツールを呼び出し、 やさしい日本語で解説を生成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地図上にAI予測危険度のヒートマップ、実際の事故地点、信号のない横断歩道、 狭い道路区間などが重ねて表示される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「実際の事故が多い場所」と「AIが危ないと予測した場所」が一致する/しない ケースを見せ、両方の情報を持つ価値を伝える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6. 技術構成(アーキテクチャ)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フロントエンド: HTML/CSS/Vanilla JS、Leaflet.js(地図描画・クラスタ・ ルーティング)。子ども・保護者向けにひらがな中心のやさしいUI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危険度推定モデル(`ml_risk_model/`):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地理院タイル画像(pale版)を500mメッシュで取得し、MobileNetV2ベースの 転移学習でPoisson回帰ヘッド(件数予測)を構築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空間ブロック分割でtrain/evalを分離(隣接セルの情報漏洩を防止)、 3シードアンサンブルで安定化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車道延長(道路網の集計統計)を曝露量(オフセット)として組み込み、 「道が無ければ危険度も低い」という常識をモデルに組み込む</a:t>
            </a:r>
          </a:p>
          <a:p>
            <a:pPr>
              <a:spcAft>
                <a:spcPts val="1000"/>
              </a:spcAft>
              <a:defRPr sz="1500">
                <a:solidFill>
                  <a:srgbClr val="444444"/>
                </a:solidFill>
              </a:defRPr>
            </a:pPr>
            <a:r>
              <a:t>• AI対話バックエンド: Claude API(Tool Use)が「危険度スコア取得」 「近隣事故データ取得」「地点の信号・横断歩道・視界情報取得」をツールとして 呼び出し、実データに基づいた説明文を生成</a:t>
            </a:r>
          </a:p>
          <a:p>
            <a:pPr>
              <a:spcAft>
                <a:spcPts val="1000"/>
              </a:spcAft>
              <a:defRPr sz="1500">
                <a:solidFill>
                  <a:srgbClr val="444444"/>
                </a:solidFill>
              </a:defRPr>
            </a:pPr>
            <a:r>
              <a:t>• インフラ: Cloudflare Workers + Containers(本ハッカソンのCloudflare 特典を活用)。フロントは静的配信、推論・LLM連携部分はコンテナ上で実行</a:t>
            </a:r>
          </a:p>
          <a:p>
            <a:pPr>
              <a:spcAft>
                <a:spcPts val="1000"/>
              </a:spcAft>
              <a:defRPr sz="1500">
                <a:solidFill>
                  <a:srgbClr val="444444"/>
                </a:solidFill>
              </a:defRPr>
            </a:pPr>
            <a:r>
              <a:t>• データパイプライン: 警察庁CSV→GeoJSON変換、地理院タイル取得→CNN学習 データ化、道路網データ→集計統計への変換、PLATEAU→視界特徴計算まで、 全工程を自前スクリプトで構築(詳細は7章)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プライバシー: 自宅・学校の位置情報はリクエストのたびにその場で処理 するのみで、サーバー側のデータベースやログに保存しない設計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7. 独自性・新規性(差別化ポイント)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444444"/>
                </a:solidFill>
              </a:defRPr>
            </a:pPr>
            <a:r>
              <a:t>• (1) データ収集・前処理・学習・評価まで、既存の学習済みモデルやAPIに頼らず 完全にフルスクラッチで構築したこと自体が最大の強み。地図タイル画像の取得、 事故データとの空間結合、道路網データの集計、CNNのモデル設計・学習・評価 プロトコルの設計まで、パイプライン全体を自分で組み上げている(単にAI APIを 呼び出すだけのアプリではない)。 (2) 単なる事故マップではなく、AIによる危険度“予測”と実データを重ねて 比較できる点。まだ事故が記録されていない場所の潜在リスクも、地図画像 パターンの学習によって補完する。 (3) 判断根拠を「事実」で示す設計。AIの説明は不透明な内部可視化ではなく、 信号の有無・横断歩道の種類・道路の見通し(PLATEAU実測値)といった、 誰でも現地で確認できる実データに基づいて生成する。「なぜそう予測したか 分からないブラックボックス」にしない。 (4) 評価に学術的な誠実さを持たせている。判定基準(CNNが単純なベースライン を上回るか)を結果を見る前に固定する事前登録方式、複数シードでの再現性確認、 bootstrap法による統計的な確からしさの検証など、思いつきの精度主張ではなく 再現性のある検証プロセスを踏んでいる。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8. 学習データの作成規模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見た目の精度数値だけでなく、その裏にあるデータ作成の作業量自体もこの提案の 実質的な裏付けになる。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事故データ: 警察庁オープンデータから東京都内の歩行者事故を抽出、 2019年1月〜2024年12月の6年分・29,284件</a:t>
            </a:r>
          </a:p>
          <a:p>
            <a:pPr>
              <a:spcAft>
                <a:spcPts val="1000"/>
              </a:spcAft>
              <a:defRPr sz="1500">
                <a:solidFill>
                  <a:srgbClr val="444444"/>
                </a:solidFill>
              </a:defRPr>
            </a:pPr>
            <a:r>
              <a:t>• 学習・評価用地図画像: 500mメッシュで空間ブロック分割(隣接セルの情報 漏洩を防ぐ設計)し、学習3,803セル・評価896セル(選抜なし、ブロック内の 全セルをそのまま評価対象とする)を地理院タイルから1枚ずつ生成。学習 セットはさらにオフラインデータ拡張(回転・反転・明暗ジッター)で 15,212枚まで拡張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位置情報の整備: 国土数値情報から都内駅データ・行政区域データを整備し、 最寄り駅距離の算出・都境界の判定に利用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見通し(視界)データ: PLATEAU(3D都市モデル)から23区内1,917セル分の 交差点見通しを、実際の建物形状データから算出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地図画像の取得はレート制限(0.5秒/枚)を守った逐次リクエストで行っており、 学習用データセット一式の生成だけで数時間規模の作業時間を要した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9. 開発における試行錯誤(データ・評価の誠実な検証プロセス)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精度の数値そのものだけでなく、それをどう検証したかのプロセスも強みとして アピールする。</a:t>
            </a:r>
          </a:p>
          <a:p>
            <a:pPr>
              <a:spcAft>
                <a:spcPts val="1000"/>
              </a:spcAft>
              <a:defRPr sz="1500">
                <a:solidFill>
                  <a:srgbClr val="444444"/>
                </a:solidFill>
              </a:defRPr>
            </a:pPr>
            <a:r>
              <a:t>• 目視評価と実際の学習結果が逆転: 人間の目に情報量が多く見える地図 スタイルの方が、CNNの学習には必ずしも有利ではないと実験で判明。複数の 候補スタイルで実際に学習・比較し、精度指標だけでなく複数シード間の ばらつき(安定性)も根拠に最終採用スタイルを選び直した</a:t>
            </a:r>
          </a:p>
          <a:p>
            <a:pPr>
              <a:spcAft>
                <a:spcPts val="1000"/>
              </a:spcAft>
              <a:defRPr sz="1500">
                <a:solidFill>
                  <a:srgbClr val="444444"/>
                </a:solidFill>
              </a:defRPr>
            </a:pPr>
            <a:r>
              <a:t>• 見出し数値の水増しに自ら気づき下方修正: 道路がほとんどない場所を 含めた全域評価の数値(残差Spearman0.439)は、そうした場所が「誰にでも 簡単に安全と分かる」ことで底上げされていたと判明。都市部に限定して 再評価し、より正直な数字(0.28、ペアワイズ一致率71%)に修正した上で、 それを公式の見出し数値として採用した</a:t>
            </a:r>
          </a:p>
          <a:p>
            <a:pPr>
              <a:spcAft>
                <a:spcPts val="1000"/>
              </a:spcAft>
              <a:defRPr sz="1500">
                <a:solidFill>
                  <a:srgbClr val="444444"/>
                </a:solidFill>
              </a:defRPr>
            </a:pPr>
            <a:r>
              <a:t>• 特徴量計算バグの自己発見: 評価用ベースラインの入力の一つ(建造物 密度の代理指標)が、緑地・水域以外の領域を一律「建造物」に誤分類する バグを含んでいたと、実際の地図画像を目視確認して発見。修正後に評価を 再実行し、影響範囲を数値で確認してから最終数値を確定させた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判定基準の後出し変更をしない運用: 「AIモデルが単純なベースラインを 上回るか」の判定基準は結果を見る前に固定し、途中で基準を緩めたり 変えたりしない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これらは、一度出した数値を鵜呑みにせず追加の目視確認・独立な角度からの 再検証を重ねた結果であり、精度の数値そのものだけでなく検証プロセスの 再現性・誠実さも本提案の強みである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10. 今後の展望・拡張性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東京都オープンデータ(学校位置・道路交通センサス等)を組み合わせた 特徴量追加によるさらなる精度向上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自治体・学校向けの集計レポート機能(通学路点検・PTA活動での活用)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地域住民からの「ヒヤリハット」投稿機能によるデータ拡充</a:t>
            </a:r>
          </a:p>
          <a:p>
            <a:pPr>
              <a:spcAft>
                <a:spcPts val="1000"/>
              </a:spcAft>
              <a:defRPr sz="1800">
                <a:solidFill>
                  <a:srgbClr val="444444"/>
                </a:solidFill>
              </a:defRPr>
            </a:pPr>
            <a:r>
              <a:t>• 23区外(多摩地域)への視界特徴(PLATEAU)適用範囲拡大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11. チーム体制・役割分担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444444"/>
                </a:solidFill>
              </a:defRPr>
            </a:pPr>
            <a:r>
              <a:t>• 個人参加。企画・データ収集/前処理・機械学習モデルの設計と学習・評価設計・ バックエンド・フロントエンド・インフラ(Cloudflare)デプロイまで、一人で 一気通貫で開発した。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12. まとめ(一言で)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444444"/>
                </a:solidFill>
              </a:defRPr>
            </a:pPr>
            <a:r>
              <a:t>• 「オープンデータ×AIを、既製のAPIに頼らずゼロから作り上げ、"なんとなく危ない"を "具体的にここが危ない、こう気をつけよう"に変える、親子のための通学路安全サービス」 ---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